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la bibliothèque scikit-learn-extra citée dans le sujet ne fonctionne plus avec NumPy 2 : le code l'utilise si elle est disponible, sinon il bascule sur ma propre implémentation du même algorithme. L'indice de Dunn est aussi codé à la 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0,72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Enfin, la règle d'affectation est déployée dans une petite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50292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502920"/>
          </a:xfrm>
          <a:prstGeom prst="rect">
            <a:avLst/>
          </a:prstGeom>
          <a:noFill/>
        </p:spPr>
        <p:txBody>
          <a:bodyPr wrap="square" lIns="0" rIns="0" tIns="0" bIns="0" anchor="ctr">
            <a:spAutoFit/>
          </a:bodyPr>
          <a:lstStyle/>
          <a:p>
            <a:pPr algn="l"/>
            <a:r>
              <a:rPr sz="1300" b="0">
                <a:solidFill>
                  <a:srgbClr val="0F172A"/>
                </a:solidFill>
                <a:latin typeface="Arial"/>
              </a:rPr>
              <a:t>K-medoids et indice de Dunn : implémentations personnelles (scikit-learn-extra est incompatible avec NumPy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0,72)</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1400"/>
              </a:spcAft>
            </a:pPr>
            <a:r>
              <a:rPr sz="1000">
                <a:solidFill>
                  <a:srgbClr val="059669"/>
                </a:solidFill>
                <a:latin typeface="Arial"/>
              </a:rPr>
              <a:t>■  </a:t>
            </a:r>
            <a:r>
              <a:rPr sz="1400">
                <a:solidFill>
                  <a:srgbClr val="0F172A"/>
                </a:solidFill>
                <a:latin typeface="Arial"/>
              </a:rPr>
              <a:t>Sans le contexte, seul l'historique reste net (silhouette 0,12 ; stabilité 0,58)</a:t>
            </a:r>
          </a:p>
          <a:p>
            <a:pPr>
              <a:spcAft>
                <a:spcPts val="1400"/>
              </a:spcAft>
            </a:pPr>
            <a:r>
              <a:rPr sz="1000">
                <a:solidFill>
                  <a:srgbClr val="059669"/>
                </a:solidFill>
                <a:latin typeface="Arial"/>
              </a:rPr>
              <a:t>■  </a:t>
            </a:r>
            <a:r>
              <a:rPr sz="1400">
                <a:solidFill>
                  <a:srgbClr val="0F172A"/>
                </a:solidFill>
                <a:latin typeface="Arial"/>
              </a:rPr>
              <a:t>Atypiques (DBSCAN + Isolation Forest) : anciens souscripteurs, ~50 % de souscription</a:t>
            </a:r>
          </a:p>
          <a:p>
            <a:pPr>
              <a:spcAft>
                <a:spcPts val="1400"/>
              </a:spcAft>
            </a:pPr>
            <a:r>
              <a:rPr sz="1000">
                <a:solidFill>
                  <a:srgbClr val="059669"/>
                </a:solidFill>
                <a:latin typeface="Arial"/>
              </a:rPr>
              <a:t>■  </a:t>
            </a:r>
            <a:r>
              <a:rPr sz="1400">
                <a:solidFill>
                  <a:srgbClr val="0F172A"/>
                </a:solidFill>
                <a:latin typeface="Arial"/>
              </a:rPr>
              <a:t>Application Streamlit : affecte un ou plusieurs nouveaux clients à leur segment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